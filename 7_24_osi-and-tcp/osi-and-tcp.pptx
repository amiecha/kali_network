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4F432-427C-12DF-F6E6-C609996DA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C57072-C5C3-E079-CE46-AB72A3400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9B557-37F2-6575-AD50-DEA801E8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0DAFF-B821-DACC-58D7-5F5EB87C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28C0FE-4639-FE64-DDBF-8F900D60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01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80537-3949-4CD7-DED0-350200BB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EFB325-BA96-D78F-15AA-BC8566011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3E5762-9A06-31EF-55FD-46CB41886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1B3FAB-95DC-978A-D144-1CAAAE05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AD3A9-FA84-3458-A999-8900DA10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44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1BD95-EA68-F1E2-8D6C-5F8DB9E7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3D3F84-46FD-D627-6A8C-6737DBBD4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05869-FC77-4E4B-EB49-F13C7489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EBF36-FA70-4EB1-3390-836924B0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0641A-4264-8C21-ADD6-73503D32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55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AAD50-06AF-2C53-5B6C-7A828CF9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3ABC3-4034-10EB-9EF2-8FB4EF12C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0E67D7-D71E-64B7-DEA1-DF469D189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A62CE-9BDC-0C81-B315-BA3961C2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C91BB-5492-F0A1-032D-5C53ADBB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B87936-E579-1A57-3A8A-8CF62ADB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68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7970E-4A39-03CE-04AD-32E6B6A2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9A390-3FED-0164-1C6F-326987B60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87056-5BFF-B2FB-1DD0-ED7719E72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62AAF7-37B8-72AD-2B65-F74A4FFCB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C146F5-53D2-0320-6D54-F1B2FB82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089C5E-37DF-8C9F-A3FB-BCB7FE6A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382CB9-6D0F-6A3A-C6C6-FBF90034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83B163-5725-D459-F646-D99669AA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81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6AC2B-617F-24DA-04AA-F4F84877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C72A3D-1CA6-95E1-B8E5-67A15A1A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8ED09C-2CEC-C93C-8F51-7CE1AA1B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823619-3862-AAD0-0EE7-A657A88A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5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CCFE0E-2A8C-24B1-2695-38497EDE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814F6B-938A-FE18-0403-2907ED85D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9A2F1-07D1-2B7D-B7F9-8A69B53A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24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65F4C-59C7-0C17-0E8C-B5ECE0DE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4F970-AC85-2EBC-60F2-0046BFE2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D2CEB-4A7E-C329-15A0-6ED4107A2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5D5997-DB28-AF70-D43A-27D2E809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1C8763-AADA-ABC2-2500-53E1FD69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597549-7B4B-47C9-51B5-251A40E1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2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894D5-096C-C47A-E0A9-043F20B5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0552E2-E60C-6590-A92C-2424E1C32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C01765-CB7B-2EB8-E7B8-E5D1F2A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6A2482-A6A2-E0A3-9B85-A69A931A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C1518-6AC7-486D-E4E7-9E19DFA3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0F6CE1-C5D2-1301-3DF0-1608581F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55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3B7DD-7FB8-08A2-E71D-2967C00F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065D55-9B1B-9F6C-E31F-0BE7A37AB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6BE09D-DF08-2575-5FB0-2C753291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E640C-9C80-A878-B614-B75BEDED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40CF4C-5F51-4123-0263-083DE573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34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7A3126-499A-B921-E748-02EC11635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59C6EA-CA9B-829C-3119-B825CC29E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AD3418-92E3-9AAD-1D14-3BF0868F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BFF6BE-D0A7-89C8-D120-7C43806E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09E5B-5E08-4FFB-769A-E62DF620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93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839B35-9B68-E630-2749-BD909255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D09B3E-279D-2788-7038-2EABB8877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E42ED-D835-86CB-A9DE-FAB0168AF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3F5AB-C303-4D8E-AD44-A0D69136568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80FA6-0899-00EF-3D65-C8625ED2D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AB3666-6EBD-1DA0-2B71-18E310229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C3B98-4E60-4112-B6C0-076DC93BA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3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ACC67E3-F8B9-2526-12DA-DA5767B1C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976811"/>
              </p:ext>
            </p:extLst>
          </p:nvPr>
        </p:nvGraphicFramePr>
        <p:xfrm>
          <a:off x="1480128" y="301724"/>
          <a:ext cx="8915860" cy="62545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83172">
                  <a:extLst>
                    <a:ext uri="{9D8B030D-6E8A-4147-A177-3AD203B41FA5}">
                      <a16:colId xmlns:a16="http://schemas.microsoft.com/office/drawing/2014/main" val="529570199"/>
                    </a:ext>
                  </a:extLst>
                </a:gridCol>
                <a:gridCol w="1783172">
                  <a:extLst>
                    <a:ext uri="{9D8B030D-6E8A-4147-A177-3AD203B41FA5}">
                      <a16:colId xmlns:a16="http://schemas.microsoft.com/office/drawing/2014/main" val="3149243666"/>
                    </a:ext>
                  </a:extLst>
                </a:gridCol>
                <a:gridCol w="1783172">
                  <a:extLst>
                    <a:ext uri="{9D8B030D-6E8A-4147-A177-3AD203B41FA5}">
                      <a16:colId xmlns:a16="http://schemas.microsoft.com/office/drawing/2014/main" val="2512702687"/>
                    </a:ext>
                  </a:extLst>
                </a:gridCol>
                <a:gridCol w="1783172">
                  <a:extLst>
                    <a:ext uri="{9D8B030D-6E8A-4147-A177-3AD203B41FA5}">
                      <a16:colId xmlns:a16="http://schemas.microsoft.com/office/drawing/2014/main" val="830368547"/>
                    </a:ext>
                  </a:extLst>
                </a:gridCol>
                <a:gridCol w="1783172">
                  <a:extLst>
                    <a:ext uri="{9D8B030D-6E8A-4147-A177-3AD203B41FA5}">
                      <a16:colId xmlns:a16="http://schemas.microsoft.com/office/drawing/2014/main" val="1368416773"/>
                    </a:ext>
                  </a:extLst>
                </a:gridCol>
              </a:tblGrid>
              <a:tr h="78181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Layer No.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TCP/IP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571241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Alligator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Application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L7(Firewall)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-&gt; </a:t>
                      </a:r>
                      <a:r>
                        <a:rPr lang="ko-KR" altLang="en-US" sz="1600" dirty="0"/>
                        <a:t>하드웨어 일체형 적합한 조합을 만들기 위해 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HTTPS , SSH .. DNS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604110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Presentation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79730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Steve’s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Session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533156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Touch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Transport </a:t>
                      </a:r>
                      <a:endParaRPr lang="ko-KR" altLang="en-US" dirty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L4(NAT)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UDP , ICMP(?)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578424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L3(Router)</a:t>
                      </a:r>
                    </a:p>
                    <a:p>
                      <a:pPr algn="ctr" latinLnBrk="1"/>
                      <a:r>
                        <a:rPr lang="en-US" altLang="ko-KR" dirty="0"/>
                        <a:t>-&gt; IP </a:t>
                      </a:r>
                      <a:r>
                        <a:rPr lang="ko-KR" altLang="en-US" dirty="0"/>
                        <a:t>헤더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Ipv4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IPv6 , ARP(?)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677769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 link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(switch)</a:t>
                      </a:r>
                    </a:p>
                    <a:p>
                      <a:pPr algn="ctr" latinLnBrk="1"/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이더넷 헤더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Ethernet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PPP , HDLC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9780"/>
                  </a:ext>
                </a:extLst>
              </a:tr>
              <a:tr h="781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Please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Physical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745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E13CE4-B83D-6BDE-41E0-E933C2DB23D8}"/>
              </a:ext>
            </a:extLst>
          </p:cNvPr>
          <p:cNvSpPr txBox="1"/>
          <p:nvPr/>
        </p:nvSpPr>
        <p:spPr>
          <a:xfrm>
            <a:off x="10395988" y="290181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2^32 = 42</a:t>
            </a:r>
            <a:r>
              <a:rPr lang="ko-KR" altLang="en-US" dirty="0" err="1"/>
              <a:t>억개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시험에 나온다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7416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4D031C-4CC0-8A0C-B001-DA35DAB0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66" y="356136"/>
            <a:ext cx="7238445" cy="5653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F770D-3183-F85A-2929-A6D4757136CD}"/>
              </a:ext>
            </a:extLst>
          </p:cNvPr>
          <p:cNvSpPr txBox="1"/>
          <p:nvPr/>
        </p:nvSpPr>
        <p:spPr>
          <a:xfrm>
            <a:off x="8379229" y="689956"/>
            <a:ext cx="2719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Icmp</a:t>
            </a:r>
            <a:r>
              <a:rPr lang="ko-KR" altLang="en-US" dirty="0"/>
              <a:t> 잡히는 모습 </a:t>
            </a:r>
            <a:endParaRPr lang="en-US" altLang="ko-KR" dirty="0"/>
          </a:p>
          <a:p>
            <a:r>
              <a:rPr lang="ko-KR" altLang="en-US" dirty="0"/>
              <a:t>일반적으로는 </a:t>
            </a:r>
            <a:r>
              <a:rPr lang="en-US" altLang="ko-KR" dirty="0"/>
              <a:t>L3</a:t>
            </a:r>
            <a:r>
              <a:rPr lang="ko-KR" altLang="en-US" dirty="0"/>
              <a:t>로 보지만 </a:t>
            </a:r>
            <a:endParaRPr lang="en-US" altLang="ko-KR" dirty="0"/>
          </a:p>
          <a:p>
            <a:r>
              <a:rPr lang="ko-KR" altLang="en-US" dirty="0"/>
              <a:t>잡으면 </a:t>
            </a:r>
            <a:r>
              <a:rPr lang="en-US" altLang="ko-KR" dirty="0"/>
              <a:t>L4</a:t>
            </a:r>
            <a:r>
              <a:rPr lang="ko-KR" altLang="en-US" dirty="0"/>
              <a:t>로 본다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955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나눔스퀘어OTF">
      <a:majorFont>
        <a:latin typeface="나눔스퀘어OTF Bold"/>
        <a:ea typeface="나눔스퀘어OTF Bold"/>
        <a:cs typeface=""/>
      </a:majorFont>
      <a:minorFont>
        <a:latin typeface="나눔스퀘어OTF"/>
        <a:ea typeface="나눔스퀘어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91</Words>
  <Application>Microsoft Office PowerPoint</Application>
  <PresentationFormat>와이드스크린</PresentationFormat>
  <Paragraphs>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나눔스퀘어OTF</vt:lpstr>
      <vt:lpstr>나눔스퀘어OTF Bold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아미 차</dc:creator>
  <cp:lastModifiedBy>아미 차</cp:lastModifiedBy>
  <cp:revision>7</cp:revision>
  <dcterms:created xsi:type="dcterms:W3CDTF">2026-07-24T04:42:29Z</dcterms:created>
  <dcterms:modified xsi:type="dcterms:W3CDTF">2026-07-24T05:48:27Z</dcterms:modified>
</cp:coreProperties>
</file>